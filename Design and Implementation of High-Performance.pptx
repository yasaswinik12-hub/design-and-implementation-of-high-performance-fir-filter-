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161B0-E7EC-42EE-90A5-149A5FE3D49A}" v="2" dt="2026-02-07T02:14:40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swini Kosuru" userId="42bc14c838e52b71" providerId="LiveId" clId="{11849388-517D-4365-8DBD-A614D3FD3F09}"/>
    <pc:docChg chg="undo custSel addSld modSld">
      <pc:chgData name="Yasaswini Kosuru" userId="42bc14c838e52b71" providerId="LiveId" clId="{11849388-517D-4365-8DBD-A614D3FD3F09}" dt="2026-02-06T21:58:26.105" v="161" actId="20577"/>
      <pc:docMkLst>
        <pc:docMk/>
      </pc:docMkLst>
      <pc:sldChg chg="modSp mod">
        <pc:chgData name="Yasaswini Kosuru" userId="42bc14c838e52b71" providerId="LiveId" clId="{11849388-517D-4365-8DBD-A614D3FD3F09}" dt="2026-02-06T21:58:26.105" v="161" actId="20577"/>
        <pc:sldMkLst>
          <pc:docMk/>
          <pc:sldMk cId="3335380873" sldId="256"/>
        </pc:sldMkLst>
        <pc:spChg chg="mod">
          <ac:chgData name="Yasaswini Kosuru" userId="42bc14c838e52b71" providerId="LiveId" clId="{11849388-517D-4365-8DBD-A614D3FD3F09}" dt="2026-02-06T21:58:26.105" v="161" actId="20577"/>
          <ac:spMkLst>
            <pc:docMk/>
            <pc:sldMk cId="3335380873" sldId="256"/>
            <ac:spMk id="3" creationId="{7F625C41-DBC8-C6AD-0E6C-EC3440AD6160}"/>
          </ac:spMkLst>
        </pc:spChg>
      </pc:sldChg>
      <pc:sldChg chg="addSp delSp modSp mod">
        <pc:chgData name="Yasaswini Kosuru" userId="42bc14c838e52b71" providerId="LiveId" clId="{11849388-517D-4365-8DBD-A614D3FD3F09}" dt="2026-02-07T02:14:36.722" v="84" actId="21"/>
        <pc:sldMkLst>
          <pc:docMk/>
          <pc:sldMk cId="1708610047" sldId="257"/>
        </pc:sldMkLst>
        <pc:picChg chg="add del mod">
          <ac:chgData name="Yasaswini Kosuru" userId="42bc14c838e52b71" providerId="LiveId" clId="{11849388-517D-4365-8DBD-A614D3FD3F09}" dt="2026-02-07T02:14:36.722" v="84" actId="21"/>
          <ac:picMkLst>
            <pc:docMk/>
            <pc:sldMk cId="1708610047" sldId="257"/>
            <ac:picMk id="5" creationId="{7C37DC4D-B156-56AD-53CF-0766A4123F42}"/>
          </ac:picMkLst>
        </pc:picChg>
      </pc:sldChg>
      <pc:sldChg chg="modSp mod">
        <pc:chgData name="Yasaswini Kosuru" userId="42bc14c838e52b71" providerId="LiveId" clId="{11849388-517D-4365-8DBD-A614D3FD3F09}" dt="2026-02-06T21:18:03.913" v="116" actId="5793"/>
        <pc:sldMkLst>
          <pc:docMk/>
          <pc:sldMk cId="673213229" sldId="258"/>
        </pc:sldMkLst>
        <pc:spChg chg="mod">
          <ac:chgData name="Yasaswini Kosuru" userId="42bc14c838e52b71" providerId="LiveId" clId="{11849388-517D-4365-8DBD-A614D3FD3F09}" dt="2026-02-06T21:17:30.471" v="98" actId="14100"/>
          <ac:spMkLst>
            <pc:docMk/>
            <pc:sldMk cId="673213229" sldId="258"/>
            <ac:spMk id="2" creationId="{E6CAFC16-910B-5C54-C65D-1162184DD315}"/>
          </ac:spMkLst>
        </pc:spChg>
        <pc:spChg chg="mod">
          <ac:chgData name="Yasaswini Kosuru" userId="42bc14c838e52b71" providerId="LiveId" clId="{11849388-517D-4365-8DBD-A614D3FD3F09}" dt="2026-02-06T21:18:03.913" v="116" actId="5793"/>
          <ac:spMkLst>
            <pc:docMk/>
            <pc:sldMk cId="673213229" sldId="258"/>
            <ac:spMk id="3" creationId="{9EC4A4AA-8E83-7050-25E4-B25437F56AE0}"/>
          </ac:spMkLst>
        </pc:spChg>
      </pc:sldChg>
      <pc:sldChg chg="modSp mod">
        <pc:chgData name="Yasaswini Kosuru" userId="42bc14c838e52b71" providerId="LiveId" clId="{11849388-517D-4365-8DBD-A614D3FD3F09}" dt="2026-02-06T21:22:11.715" v="121" actId="5793"/>
        <pc:sldMkLst>
          <pc:docMk/>
          <pc:sldMk cId="4020920768" sldId="259"/>
        </pc:sldMkLst>
        <pc:spChg chg="mod">
          <ac:chgData name="Yasaswini Kosuru" userId="42bc14c838e52b71" providerId="LiveId" clId="{11849388-517D-4365-8DBD-A614D3FD3F09}" dt="2026-02-06T21:22:03.753" v="118" actId="2711"/>
          <ac:spMkLst>
            <pc:docMk/>
            <pc:sldMk cId="4020920768" sldId="259"/>
            <ac:spMk id="2" creationId="{F5E22716-2C75-A43E-EDA9-173F27C02729}"/>
          </ac:spMkLst>
        </pc:spChg>
        <pc:spChg chg="mod">
          <ac:chgData name="Yasaswini Kosuru" userId="42bc14c838e52b71" providerId="LiveId" clId="{11849388-517D-4365-8DBD-A614D3FD3F09}" dt="2026-02-06T21:22:11.715" v="121" actId="5793"/>
          <ac:spMkLst>
            <pc:docMk/>
            <pc:sldMk cId="4020920768" sldId="259"/>
            <ac:spMk id="3" creationId="{26457953-C9D5-411D-C472-4EDF366E2916}"/>
          </ac:spMkLst>
        </pc:spChg>
      </pc:sldChg>
      <pc:sldChg chg="addSp delSp modSp new mod">
        <pc:chgData name="Yasaswini Kosuru" userId="42bc14c838e52b71" providerId="LiveId" clId="{11849388-517D-4365-8DBD-A614D3FD3F09}" dt="2026-02-07T02:15:23.947" v="93" actId="14100"/>
        <pc:sldMkLst>
          <pc:docMk/>
          <pc:sldMk cId="1836736951" sldId="261"/>
        </pc:sldMkLst>
        <pc:spChg chg="del">
          <ac:chgData name="Yasaswini Kosuru" userId="42bc14c838e52b71" providerId="LiveId" clId="{11849388-517D-4365-8DBD-A614D3FD3F09}" dt="2026-02-07T02:14:40.012" v="85"/>
          <ac:spMkLst>
            <pc:docMk/>
            <pc:sldMk cId="1836736951" sldId="261"/>
            <ac:spMk id="3" creationId="{2B8F008D-06EE-46A7-FEBC-AE3F65DEF9AF}"/>
          </ac:spMkLst>
        </pc:spChg>
        <pc:picChg chg="add mod">
          <ac:chgData name="Yasaswini Kosuru" userId="42bc14c838e52b71" providerId="LiveId" clId="{11849388-517D-4365-8DBD-A614D3FD3F09}" dt="2026-02-07T02:15:23.947" v="93" actId="14100"/>
          <ac:picMkLst>
            <pc:docMk/>
            <pc:sldMk cId="1836736951" sldId="261"/>
            <ac:picMk id="5" creationId="{7C37DC4D-B156-56AD-53CF-0766A4123F4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3D03-019A-3A79-E205-A5DF487E3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B71AD-7056-A098-3956-B34725938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EBB57-D37D-CED1-F94A-5C6C6AFCD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9AF84-1271-9408-4A84-991E4DCE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1667D-CE1B-88FA-6D56-6C58603D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12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2AE3-15E2-A036-9657-F0AF2DA9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C3D5-E909-657E-E641-7BA0156C8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E1EFD-7111-55C7-AE6C-5A251DC2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ABC1-BBCB-4F1D-5E46-EC6895C2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B9F8F-D696-8EA8-B384-A4E0923F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7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245E-B7AF-8973-C882-DA9DD43C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DA7FF-F3AC-8A23-E762-4FBAD6856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30FD5-BD3A-3E08-249B-52D39931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31F03-619E-983C-F9C1-7F433CEC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6171C-BBFC-CBC7-9000-6F60E62C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9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1511-F3D1-0F63-1E9F-7761B6EC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39FE-B3F6-4ED1-6FC1-92FC62471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F6C9C-6C44-131E-4B44-4CB1950C5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31D46-ADA6-8E47-622A-6D6330E9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0085B-88E4-BBD7-3CEA-74834914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0DA9E-36C3-C815-2CB3-1F07930A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07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219E-E2DE-0399-22C3-F1FACE49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33621-2466-DDE9-CE8A-45B54078F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C0B23-9002-5904-E1B4-E21A54666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37E2A-4DE2-8166-230A-6BF586CA8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48BBD-188A-C7A0-F969-0CEA8D6D3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A1599-07BF-BC14-2B2F-D8346AD20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E8F1C-4453-5BA1-D710-21DEE4B7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9BB024-945D-C552-D687-653856B8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9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BC72-65A9-94D7-18B6-3C2EF65A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32CB3-DABF-1A5B-FA45-8495EDBF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D52F4-186F-ABC1-6713-12CC29AD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5BB3B-A8D2-ED7F-095B-856FF3DF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26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6BCAF-42BF-5451-E207-E72AC2B28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F6DFF-6872-FAA4-FAA8-9A6CB173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02C55-5434-B88D-80B8-F77E9229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2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F432-593D-B463-3632-FADB1572A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F94D-C1DF-CA3F-FF80-46B5D0DAE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E3405-8E95-49AD-2185-73B1041B4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FD253-240F-A1CB-C323-82671EE0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08FE0-2497-A6BE-7A00-18C2CFE0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6828F-475D-57EB-9402-CF1D8129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7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DB87-A7B9-0F83-CCC3-C499A157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93D2A-26DA-3617-5E82-BFD0CEB5F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40340-1AF9-85E6-3D9C-ACF7275F7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40D68-E879-7D86-ACDF-0BA769DE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8C7CE-587C-E5AC-9B9F-38B92438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4A9F1-46A6-ADE5-C253-810ABEEF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198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0427-12DA-2862-01F6-BC2B717D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B1029-E05F-FB9F-131F-B1176FA8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6B767-F654-7F9C-8AAA-8B804F13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7F5CD-D6D4-8684-0331-A221698AF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C49D7-CEA9-78C6-2CC7-7063C435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01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18DF8-87CF-ED24-880A-48B34D4CD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ED0E9-ADF1-4A68-43B4-97E6E4ACD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769DF-8AA5-DFDE-FD2F-27FF30DF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D768-F12D-6F73-AC1A-03A7A841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D334B-83B5-CCAF-6987-F4EEB100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76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4A4B5-E331-2272-5333-0D5FCEDE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9EE45-C8C3-BF42-895D-71A23C22B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C723F-318D-CC13-B3DD-234F5FAC2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8AE50-5BF4-493F-8E82-3F66695783F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5B3A-3FBE-A697-CBC6-A65BB5E50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C8EE8-107E-8561-8FA6-158CD8976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4067E-32FA-4D17-82E6-CD6F4669C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11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EC53-B87B-9503-8EE1-E1061EE87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5082"/>
            <a:ext cx="11689773" cy="33874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High-Performance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 Filter for Real-Time Audio Signal Processing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25C41-DBC8-C6AD-0E6C-EC3440AD6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8545"/>
            <a:ext cx="9144000" cy="1309255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en-US" dirty="0"/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Comprehensive Static Timing Analysis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2310040023-Yasaswini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2310040072-Akshaya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2310049146-Kashifa</a:t>
            </a:r>
          </a:p>
        </p:txBody>
      </p:sp>
    </p:spTree>
    <p:extLst>
      <p:ext uri="{BB962C8B-B14F-4D97-AF65-F5344CB8AC3E}">
        <p14:creationId xmlns:p14="http://schemas.microsoft.com/office/powerpoint/2010/main" val="333538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5720-56AF-C897-40BF-451D0E44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685C-C47A-10F6-A007-E56CBCF0F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high-performance, resource-efficient FIR digital filter for real-time audio signal processing applications.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1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B81C-AF2F-6514-6F4B-9E5EE303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7DC4D-B156-56AD-53CF-0766A4123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216310"/>
            <a:ext cx="11208774" cy="664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3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FC16-910B-5C54-C65D-1162184D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A4AA-8E83-7050-25E4-B25437F5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8895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 LATENCY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Software-based filters: 10-50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Requirement: &lt;1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audio (hearing aids)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THROUGHPUT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Modern audio needs: 48 kHz - 192 kHz sampling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Requirement: &gt;100 MSPS (Million Samples Per Second)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RESOURCE INEFFICIENCY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Excessive LUT and DSP block consumption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Power critical for portable devices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TIMING CHALLENGES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Meeting timing closure at &gt;100 MHz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Critical path delays in multiply-accumulate operations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Need: Comprehensive Static Timing Analysis (STA)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VERIFICATION COMPLEXITY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Ensuring functional correctness across all frequencies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Validating frequency response matches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67321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2716-2C75-A43E-EDA9-173F27C0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3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57953-C9D5-411D-C472-4EDF366E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2"/>
            <a:ext cx="10515600" cy="55404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DESIGN &amp;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Design 16-tap FIR digital filter using Verilog HDL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Implement pipelined architecture for high-speed operation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Target operating frequency: ≥100 MHz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STATIC TIMING ANALYSIS (STA)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Perform comprehensive  STA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Identify and optimize critical timing paths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Achieve timing closure with positive slack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time, hold time, clock-to-Q delays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PERFORMANCE OPTIMIZATION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Minimize latency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Optimize resource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Reduce power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✓ Maximize throughput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92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F186-828E-AA7C-C8BF-B0B4B902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178595-79D3-880C-54B5-8D77A69E8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341" y="1690688"/>
            <a:ext cx="6135318" cy="4882331"/>
          </a:xfrm>
        </p:spPr>
      </p:pic>
    </p:spTree>
    <p:extLst>
      <p:ext uri="{BB962C8B-B14F-4D97-AF65-F5344CB8AC3E}">
        <p14:creationId xmlns:p14="http://schemas.microsoft.com/office/powerpoint/2010/main" val="271519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263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Design and Implementation of High-Performance  FIR Filter for Real-Time Audio Signal Processing</vt:lpstr>
      <vt:lpstr>Problem Statement</vt:lpstr>
      <vt:lpstr>PowerPoint Presentation</vt:lpstr>
      <vt:lpstr>Pain Points</vt:lpstr>
      <vt:lpstr>Objective</vt:lpstr>
      <vt:lpstr>Methodology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Yasaswini Kosuru</dc:creator>
  <cp:lastModifiedBy>Yasaswini Kosuru</cp:lastModifiedBy>
  <cp:revision>2</cp:revision>
  <dcterms:created xsi:type="dcterms:W3CDTF">2026-02-07T01:51:30Z</dcterms:created>
  <dcterms:modified xsi:type="dcterms:W3CDTF">2026-02-06T21:58:29Z</dcterms:modified>
</cp:coreProperties>
</file>